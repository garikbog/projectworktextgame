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"/>
  </p:notesMasterIdLst>
  <p:sldIdLst>
    <p:sldId id="256" r:id="rId2"/>
    <p:sldId id="259" r:id="rId3"/>
    <p:sldId id="260" r:id="rId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Golos Text SemiBold" panose="020B0604020202020204" charset="0"/>
      <p:regular r:id="rId10"/>
      <p:bold r:id="rId11"/>
    </p:embeddedFont>
    <p:embeddedFont>
      <p:font typeface="Golos Text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  <p15:guide id="3" orient="horz" pos="90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38078-71D2-4F55-81EA-9A1F56261FF4}">
  <a:tblStyle styleId="{99738078-71D2-4F55-81EA-9A1F56261F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6E8"/>
          </a:solidFill>
        </a:fill>
      </a:tcStyle>
    </a:wholeTbl>
    <a:band1H>
      <a:tcTxStyle b="off" i="off"/>
      <a:tcStyle>
        <a:tcBdr/>
        <a:fill>
          <a:solidFill>
            <a:srgbClr val="F8CA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8CAC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6" d="100"/>
          <a:sy n="206" d="100"/>
        </p:scale>
        <p:origin x="896" y="112"/>
      </p:cViewPr>
      <p:guideLst>
        <p:guide orient="horz" pos="1611"/>
        <p:guide pos="2874"/>
        <p:guide orient="horz" pos="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169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89" name="Google Shape;89;p19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3" name="Google Shape;103;p21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4" name="Google Shape;104;p21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5" name="Google Shape;105;p21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0" name="Google Shape;110;p22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11" name="Google Shape;111;p22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2" name="Google Shape;112;p22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7" name="Google Shape;117;p23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118" name="Google Shape;118;p23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19" name="Google Shape;119;p23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20" name="Google Shape;120;p23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27" name="Google Shape;127;p24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28" name="Google Shape;128;p24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29" name="Google Shape;129;p24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133" name="Google Shape;133;p24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34" name="Google Shape;134;p24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dirty="0" err="1" smtClean="0">
                <a:solidFill>
                  <a:schemeClr val="bg1"/>
                </a:solidFill>
              </a:rPr>
              <a:t>Dexyan</a:t>
            </a:r>
            <a:r>
              <a:rPr lang="ru-RU" dirty="0" smtClean="0">
                <a:solidFill>
                  <a:schemeClr val="bg1"/>
                </a:solidFill>
              </a:rPr>
              <a:t> Курьер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68862" y="4460790"/>
            <a:ext cx="1758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Команда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Орешкин </a:t>
            </a:r>
            <a:r>
              <a:rPr lang="en-US" dirty="0" smtClean="0">
                <a:solidFill>
                  <a:schemeClr val="bg1"/>
                </a:solidFill>
              </a:rPr>
              <a:t>“</a:t>
            </a:r>
            <a:r>
              <a:rPr lang="ru-RU" dirty="0" smtClean="0">
                <a:solidFill>
                  <a:schemeClr val="bg1"/>
                </a:solidFill>
              </a:rPr>
              <a:t>Биг боб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body" idx="2"/>
          </p:nvPr>
        </p:nvSpPr>
        <p:spPr>
          <a:xfrm>
            <a:off x="511088" y="1086694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dirty="0" smtClean="0"/>
              <a:t>Описание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 dirty="0" smtClean="0"/>
              <a:t>Кратко про игру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452198"/>
            <a:ext cx="36390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Dexyan</a:t>
            </a:r>
            <a:r>
              <a:rPr lang="ru-RU" dirty="0"/>
              <a:t> курьер - это </a:t>
            </a:r>
            <a:r>
              <a:rPr lang="ru-RU" dirty="0" smtClean="0"/>
              <a:t>игра </a:t>
            </a:r>
            <a:r>
              <a:rPr lang="ru-RU" dirty="0"/>
              <a:t>в жанре RPG, </a:t>
            </a:r>
            <a:r>
              <a:rPr lang="ru-RU" dirty="0" err="1"/>
              <a:t>Dungeon</a:t>
            </a:r>
            <a:r>
              <a:rPr lang="ru-RU" dirty="0"/>
              <a:t> </a:t>
            </a:r>
            <a:r>
              <a:rPr lang="ru-RU" dirty="0" err="1" smtClean="0"/>
              <a:t>Crawler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Главный </a:t>
            </a:r>
            <a:r>
              <a:rPr lang="ru-RU" dirty="0"/>
              <a:t>герой - курьер, которому поручили доставить одну очень важную </a:t>
            </a:r>
            <a:r>
              <a:rPr lang="ru-RU" dirty="0" smtClean="0"/>
              <a:t>посылку.</a:t>
            </a:r>
          </a:p>
          <a:p>
            <a:r>
              <a:rPr lang="ru-RU" dirty="0" smtClean="0"/>
              <a:t>По </a:t>
            </a:r>
            <a:r>
              <a:rPr lang="ru-RU" dirty="0"/>
              <a:t>пути, ему будут встречаться разные события, исход которых будет зависеть от </a:t>
            </a:r>
            <a:r>
              <a:rPr lang="ru-RU" dirty="0" smtClean="0"/>
              <a:t>выбора </a:t>
            </a:r>
            <a:r>
              <a:rPr lang="ru-RU" dirty="0"/>
              <a:t>игрока и от его </a:t>
            </a:r>
            <a:r>
              <a:rPr lang="ru-RU" dirty="0" err="1" smtClean="0"/>
              <a:t>статов</a:t>
            </a:r>
            <a:r>
              <a:rPr lang="en-US" dirty="0" smtClean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3" name="Google Shape;176;p28"/>
          <p:cNvSpPr txBox="1">
            <a:spLocks noGrp="1"/>
          </p:cNvSpPr>
          <p:nvPr>
            <p:ph type="body" idx="2"/>
          </p:nvPr>
        </p:nvSpPr>
        <p:spPr>
          <a:xfrm>
            <a:off x="5037780" y="227803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dirty="0" smtClean="0"/>
              <a:t>Главная особенность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37780" y="2673457"/>
            <a:ext cx="36390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 действия игрока</a:t>
            </a:r>
            <a:r>
              <a:rPr lang="en-US" dirty="0" smtClean="0"/>
              <a:t>,</a:t>
            </a:r>
            <a:r>
              <a:rPr lang="ru-RU" dirty="0" smtClean="0"/>
              <a:t> в той или иной степени будут влиять на последующие события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Таким образом</a:t>
            </a:r>
            <a:r>
              <a:rPr lang="en-US" dirty="0" smtClean="0"/>
              <a:t>,</a:t>
            </a:r>
            <a:r>
              <a:rPr lang="ru-RU" dirty="0" smtClean="0"/>
              <a:t> игра будет </a:t>
            </a:r>
            <a:r>
              <a:rPr lang="en-US" dirty="0" smtClean="0"/>
              <a:t>“</a:t>
            </a:r>
            <a:r>
              <a:rPr lang="ru-RU" dirty="0" smtClean="0"/>
              <a:t>реагировать и подстраиваться</a:t>
            </a:r>
            <a:r>
              <a:rPr lang="en-US" dirty="0" smtClean="0"/>
              <a:t>”</a:t>
            </a:r>
            <a:r>
              <a:rPr lang="ru-RU" dirty="0" smtClean="0"/>
              <a:t> под действия игрока</a:t>
            </a:r>
            <a:endParaRPr lang="en-US" dirty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body" idx="2"/>
          </p:nvPr>
        </p:nvSpPr>
        <p:spPr>
          <a:xfrm>
            <a:off x="511088" y="1086694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dirty="0" smtClean="0"/>
              <a:t>Основные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 dirty="0" smtClean="0"/>
              <a:t>Системы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410379"/>
            <a:ext cx="363906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AutoNum type="arabicParenR"/>
            </a:pPr>
            <a:r>
              <a:rPr lang="ru-RU" dirty="0" smtClean="0"/>
              <a:t>Система событий</a:t>
            </a:r>
            <a:br>
              <a:rPr lang="ru-RU" dirty="0" smtClean="0"/>
            </a:br>
            <a:r>
              <a:rPr lang="ru-RU" sz="1000" dirty="0" smtClean="0"/>
              <a:t>Событие – мини-история со своим деревом развития</a:t>
            </a:r>
            <a:r>
              <a:rPr lang="en-US" sz="1000" dirty="0" smtClean="0"/>
              <a:t>.</a:t>
            </a:r>
            <a:r>
              <a:rPr lang="ru-RU" sz="1000" dirty="0" smtClean="0"/>
              <a:t> Из череды событий строится вся игра</a:t>
            </a:r>
          </a:p>
          <a:p>
            <a:pPr marL="342900" indent="-342900">
              <a:buFont typeface="Arial"/>
              <a:buAutoNum type="arabicParenR"/>
            </a:pPr>
            <a:r>
              <a:rPr lang="ru-RU" dirty="0" smtClean="0"/>
              <a:t>Система </a:t>
            </a:r>
            <a:r>
              <a:rPr lang="ru-RU" dirty="0"/>
              <a:t>рассказчиков</a:t>
            </a:r>
            <a:br>
              <a:rPr lang="ru-RU" dirty="0"/>
            </a:br>
            <a:r>
              <a:rPr lang="ru-RU" sz="1000" dirty="0"/>
              <a:t>Рассказчик – механизм подбора </a:t>
            </a:r>
            <a:r>
              <a:rPr lang="ru-RU" sz="1000" dirty="0" smtClean="0"/>
              <a:t>событий</a:t>
            </a:r>
            <a:r>
              <a:rPr lang="en-US" sz="1000" dirty="0" smtClean="0"/>
              <a:t>,</a:t>
            </a:r>
            <a:r>
              <a:rPr lang="ru-RU" sz="1000" dirty="0" smtClean="0"/>
              <a:t> которая анализирует действия игрока</a:t>
            </a:r>
            <a:endParaRPr lang="ru-RU" dirty="0" smtClean="0"/>
          </a:p>
          <a:p>
            <a:pPr marL="342900" indent="-342900">
              <a:buAutoNum type="arabicParenR"/>
            </a:pPr>
            <a:r>
              <a:rPr lang="ru-RU" dirty="0" smtClean="0"/>
              <a:t>Боевая система</a:t>
            </a:r>
            <a:br>
              <a:rPr lang="ru-RU" dirty="0" smtClean="0"/>
            </a:br>
            <a:r>
              <a:rPr lang="ru-RU" sz="1000" dirty="0" smtClean="0"/>
              <a:t>Особенная боевая система которая совмещает в себе передвижение по полю боя</a:t>
            </a:r>
            <a:r>
              <a:rPr lang="en-US" sz="1000" dirty="0" smtClean="0"/>
              <a:t>,</a:t>
            </a:r>
            <a:r>
              <a:rPr lang="ru-RU" sz="1000" dirty="0" smtClean="0"/>
              <a:t> использование объектов местности и систему разбиение противников и союзников на их составные органы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3" name="Google Shape;176;p28"/>
          <p:cNvSpPr txBox="1">
            <a:spLocks noGrp="1"/>
          </p:cNvSpPr>
          <p:nvPr>
            <p:ph type="body" idx="2"/>
          </p:nvPr>
        </p:nvSpPr>
        <p:spPr>
          <a:xfrm>
            <a:off x="5037780" y="227803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dirty="0" smtClean="0"/>
              <a:t>Второстепенные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037780" y="2673457"/>
            <a:ext cx="363906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AutoNum type="arabicParenR"/>
            </a:pPr>
            <a:r>
              <a:rPr lang="ru-RU" dirty="0" smtClean="0"/>
              <a:t>Система навыков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sz="1000" dirty="0" smtClean="0"/>
              <a:t>Игрок</a:t>
            </a:r>
            <a:r>
              <a:rPr lang="en-US" sz="1000" dirty="0" smtClean="0"/>
              <a:t>,</a:t>
            </a:r>
            <a:r>
              <a:rPr lang="ru-RU" sz="1000" dirty="0" smtClean="0"/>
              <a:t> помимо </a:t>
            </a:r>
            <a:r>
              <a:rPr lang="ru-RU" sz="1000" dirty="0" err="1" smtClean="0"/>
              <a:t>статов</a:t>
            </a:r>
            <a:r>
              <a:rPr lang="en-US" sz="1000" dirty="0" smtClean="0"/>
              <a:t>,</a:t>
            </a:r>
            <a:r>
              <a:rPr lang="ru-RU" sz="1000" dirty="0" smtClean="0"/>
              <a:t> сможет получать и особенные навыки</a:t>
            </a:r>
            <a:r>
              <a:rPr lang="en-US" sz="1000" dirty="0" smtClean="0"/>
              <a:t>,</a:t>
            </a:r>
            <a:r>
              <a:rPr lang="ru-RU" sz="1000" dirty="0" smtClean="0"/>
              <a:t> которые будут влиять на выбор решений в событиях</a:t>
            </a:r>
          </a:p>
          <a:p>
            <a:pPr marL="342900" indent="-342900">
              <a:buFont typeface="Arial"/>
              <a:buAutoNum type="arabicParenR"/>
            </a:pPr>
            <a:r>
              <a:rPr lang="ru-RU" dirty="0" smtClean="0"/>
              <a:t>Система репутации</a:t>
            </a:r>
            <a:br>
              <a:rPr lang="ru-RU" dirty="0" smtClean="0"/>
            </a:br>
            <a:r>
              <a:rPr lang="ru-RU" sz="1100" dirty="0" smtClean="0"/>
              <a:t>Игровые фракции будут узнавать о поступках игрока и это будет влиять на их мнение к игроку в событиях</a:t>
            </a:r>
          </a:p>
          <a:p>
            <a:pPr marL="342900" indent="-342900">
              <a:buFont typeface="Arial"/>
              <a:buAutoNum type="arabicParenR"/>
            </a:pPr>
            <a:r>
              <a:rPr lang="ru-RU" dirty="0" smtClean="0"/>
              <a:t>Свойства у предметов</a:t>
            </a:r>
            <a:br>
              <a:rPr lang="ru-RU" dirty="0" smtClean="0"/>
            </a:br>
            <a:r>
              <a:rPr lang="ru-RU" sz="1000" dirty="0"/>
              <a:t>Некоторые предметы могут обладать полезными(и не очень) свойствами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48631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75</Words>
  <Application>Microsoft Office PowerPoint</Application>
  <PresentationFormat>Экран (16:9)</PresentationFormat>
  <Paragraphs>20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Calibri</vt:lpstr>
      <vt:lpstr>Golos Text SemiBold</vt:lpstr>
      <vt:lpstr>Golos Text</vt:lpstr>
      <vt:lpstr>Arial</vt:lpstr>
      <vt:lpstr>Тема1</vt:lpstr>
      <vt:lpstr>Dexyan Курьер</vt:lpstr>
      <vt:lpstr>Кратко про игру</vt:lpstr>
      <vt:lpstr>Системы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Dexyan Курьер</dc:title>
  <dc:creator>Андрей</dc:creator>
  <cp:lastModifiedBy>Богданов Игорь</cp:lastModifiedBy>
  <cp:revision>9</cp:revision>
  <dcterms:modified xsi:type="dcterms:W3CDTF">2026-03-16T09:31:07Z</dcterms:modified>
</cp:coreProperties>
</file>